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 Dekho – Revenue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Excel Dashboard Project</a:t>
            </a:r>
          </a:p>
          <a:p>
            <a:r>
              <a:rPr dirty="0"/>
              <a:t>Presented by Vishnu Patel</a:t>
            </a:r>
            <a:r>
              <a:rPr lang="en-US" dirty="0"/>
              <a:t> PV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bike sales revenue using Excel</a:t>
            </a:r>
          </a:p>
          <a:p>
            <a:pPr marL="0" indent="0">
              <a:buNone/>
            </a:pPr>
            <a:r>
              <a:rPr dirty="0"/>
              <a:t>• Identify key customer segments</a:t>
            </a:r>
          </a:p>
          <a:p>
            <a:pPr marL="0" indent="0">
              <a:buNone/>
            </a:pPr>
            <a:r>
              <a:rPr dirty="0"/>
              <a:t>• Build an interactive dashboard for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Customer demographic data</a:t>
            </a:r>
          </a:p>
          <a:p>
            <a:pPr marL="0" indent="0">
              <a:buNone/>
            </a:pPr>
            <a:r>
              <a:rPr dirty="0"/>
              <a:t>• Income, region, gender, marital status</a:t>
            </a:r>
          </a:p>
          <a:p>
            <a:pPr marL="0" indent="0">
              <a:buNone/>
            </a:pPr>
            <a:r>
              <a:rPr dirty="0"/>
              <a:t>• Bike purchase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Verified raw data consistency</a:t>
            </a:r>
          </a:p>
          <a:p>
            <a:pPr marL="0" indent="0">
              <a:buNone/>
            </a:pPr>
            <a:r>
              <a:rPr dirty="0"/>
              <a:t>• Added helper columns (Revenue, Transaction Count)</a:t>
            </a:r>
          </a:p>
          <a:p>
            <a:pPr marL="0" indent="0">
              <a:buNone/>
            </a:pPr>
            <a:r>
              <a:rPr dirty="0"/>
              <a:t>• Standardized categorical values</a:t>
            </a:r>
          </a:p>
          <a:p>
            <a:pPr marL="0" indent="0">
              <a:buNone/>
            </a:pPr>
            <a:r>
              <a:rPr dirty="0"/>
              <a:t>• Converted data into Excel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Microsoft Excel</a:t>
            </a:r>
          </a:p>
          <a:p>
            <a:pPr marL="0" indent="0">
              <a:buNone/>
            </a:pPr>
            <a:r>
              <a:rPr dirty="0"/>
              <a:t>• Pivot Tables &amp; Pivot Charts</a:t>
            </a:r>
          </a:p>
          <a:p>
            <a:pPr marL="0" indent="0">
              <a:buNone/>
            </a:pPr>
            <a:r>
              <a:rPr dirty="0"/>
              <a:t>• Slicers for interactivity</a:t>
            </a:r>
          </a:p>
          <a:p>
            <a:pPr marL="0" indent="0">
              <a:buNone/>
            </a:pPr>
            <a:r>
              <a:rPr dirty="0"/>
              <a:t>• KPI cards using shapes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Revenue</a:t>
            </a:r>
          </a:p>
          <a:p>
            <a:pPr marL="0" indent="0">
              <a:buNone/>
            </a:pPr>
            <a:r>
              <a:rPr dirty="0"/>
              <a:t>• Total Customers</a:t>
            </a:r>
          </a:p>
          <a:p>
            <a:pPr marL="0" indent="0">
              <a:buNone/>
            </a:pPr>
            <a:r>
              <a:rPr dirty="0"/>
              <a:t>• Total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Donut charts for region, gender, marital status</a:t>
            </a:r>
          </a:p>
          <a:p>
            <a:pPr marL="0" indent="0">
              <a:buNone/>
            </a:pPr>
            <a:r>
              <a:rPr dirty="0"/>
              <a:t>• Column chart for education-wise revenue</a:t>
            </a:r>
          </a:p>
          <a:p>
            <a:pPr marL="0" indent="0">
              <a:buNone/>
            </a:pPr>
            <a:r>
              <a:rPr dirty="0"/>
              <a:t>• Bar chart for commute distance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&amp;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Region slicer</a:t>
            </a:r>
          </a:p>
          <a:p>
            <a:pPr marL="0" indent="0">
              <a:buNone/>
            </a:pPr>
            <a:r>
              <a:rPr dirty="0"/>
              <a:t>• Gender slicer</a:t>
            </a:r>
          </a:p>
          <a:p>
            <a:pPr marL="0" indent="0">
              <a:buNone/>
            </a:pPr>
            <a:r>
              <a:rPr dirty="0"/>
              <a:t>• Marital status slicer</a:t>
            </a:r>
          </a:p>
          <a:p>
            <a:pPr marL="0" indent="0">
              <a:buNone/>
            </a:pPr>
            <a:r>
              <a:rPr dirty="0"/>
              <a:t>• Education slicer</a:t>
            </a:r>
          </a:p>
          <a:p>
            <a:pPr marL="0" indent="0">
              <a:buNone/>
            </a:pPr>
            <a:r>
              <a:rPr dirty="0"/>
              <a:t>• All visuals update dynamically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North America generates the highest revenue</a:t>
            </a:r>
          </a:p>
          <a:p>
            <a:pPr marL="0" indent="0">
              <a:buNone/>
            </a:pPr>
            <a:r>
              <a:rPr dirty="0"/>
              <a:t>• Male customers contribute slightly more revenue</a:t>
            </a:r>
          </a:p>
          <a:p>
            <a:pPr marL="0" indent="0">
              <a:buNone/>
            </a:pPr>
            <a:r>
              <a:rPr dirty="0"/>
              <a:t>• Married customers have higher purchasing power</a:t>
            </a:r>
          </a:p>
          <a:p>
            <a:pPr marL="0" indent="0">
              <a:buNone/>
            </a:pPr>
            <a:r>
              <a:rPr dirty="0"/>
              <a:t>• Bachelor and Partial College groups dominate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Dashboard provides clear business insights</a:t>
            </a:r>
          </a:p>
          <a:p>
            <a:pPr marL="0" indent="0">
              <a:buNone/>
            </a:pPr>
            <a:r>
              <a:rPr dirty="0"/>
              <a:t>• Interactive filtering improves decision making</a:t>
            </a:r>
          </a:p>
          <a:p>
            <a:pPr marL="0" indent="0">
              <a:buNone/>
            </a:pPr>
            <a:r>
              <a:rPr dirty="0"/>
              <a:t>• Excel is effective for end-to-end data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214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Bike Dekho – Revenue Analysis Dashboard</vt:lpstr>
      <vt:lpstr>Project Objective</vt:lpstr>
      <vt:lpstr>Dataset Overview</vt:lpstr>
      <vt:lpstr>Data Cleaning Process</vt:lpstr>
      <vt:lpstr>Tools &amp; Techniques Used</vt:lpstr>
      <vt:lpstr>Key Performance Indicators</vt:lpstr>
      <vt:lpstr>Dashboard Visuals</vt:lpstr>
      <vt:lpstr>Filters &amp; Interactivity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vishnupatelreddy2004@gmail.com</cp:lastModifiedBy>
  <cp:revision>2</cp:revision>
  <dcterms:created xsi:type="dcterms:W3CDTF">2013-01-27T09:14:16Z</dcterms:created>
  <dcterms:modified xsi:type="dcterms:W3CDTF">2026-01-04T12:04:59Z</dcterms:modified>
  <cp:category/>
</cp:coreProperties>
</file>